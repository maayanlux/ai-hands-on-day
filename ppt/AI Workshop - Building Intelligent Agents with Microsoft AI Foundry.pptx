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  <p:sldMasterId id="2147483667" r:id="rId5"/>
  </p:sldMasterIdLst>
  <p:notesMasterIdLst>
    <p:notesMasterId r:id="rId8"/>
  </p:notesMasterIdLst>
  <p:sldIdLst>
    <p:sldId id="259" r:id="rId6"/>
    <p:sldId id="260" r:id="rId7"/>
  </p:sldIdLst>
  <p:sldSz cx="7772400" cy="10058400"/>
  <p:notesSz cx="6858000" cy="9144000"/>
  <p:defaultTextStyle>
    <a:defPPr>
      <a:defRPr lang="en-US"/>
    </a:defPPr>
    <a:lvl1pPr marL="0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3B2E58"/>
    <a:srgbClr val="274B47"/>
    <a:srgbClr val="8661C5"/>
    <a:srgbClr val="008575"/>
    <a:srgbClr val="1B7368"/>
    <a:srgbClr val="000000"/>
    <a:srgbClr val="3347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7DDF9-5FC5-4EEC-A08D-9F3762B55DF7}" v="9" dt="2026-02-01T07:24:07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2" autoAdjust="0"/>
    <p:restoredTop sz="95640" autoAdjust="0"/>
  </p:normalViewPr>
  <p:slideViewPr>
    <p:cSldViewPr snapToGrid="0">
      <p:cViewPr>
        <p:scale>
          <a:sx n="66" d="100"/>
          <a:sy n="66" d="100"/>
        </p:scale>
        <p:origin x="1725" y="2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yan Luxemburg" userId="96276f03-a27c-403b-bdb5-f0f3f5d1634f" providerId="ADAL" clId="{DA510330-0FEF-4063-8437-64664B73CA99}"/>
    <pc:docChg chg="undo custSel mod addSld modSld">
      <pc:chgData name="Maayan Luxemburg" userId="96276f03-a27c-403b-bdb5-f0f3f5d1634f" providerId="ADAL" clId="{DA510330-0FEF-4063-8437-64664B73CA99}" dt="2026-02-01T07:23:42.374" v="177" actId="20577"/>
      <pc:docMkLst>
        <pc:docMk/>
      </pc:docMkLst>
      <pc:sldChg chg="delSp modSp mod">
        <pc:chgData name="Maayan Luxemburg" userId="96276f03-a27c-403b-bdb5-f0f3f5d1634f" providerId="ADAL" clId="{DA510330-0FEF-4063-8437-64664B73CA99}" dt="2026-02-01T07:21:31.208" v="162" actId="20577"/>
        <pc:sldMkLst>
          <pc:docMk/>
          <pc:sldMk cId="936966714" sldId="259"/>
        </pc:sldMkLst>
        <pc:spChg chg="mod">
          <ac:chgData name="Maayan Luxemburg" userId="96276f03-a27c-403b-bdb5-f0f3f5d1634f" providerId="ADAL" clId="{DA510330-0FEF-4063-8437-64664B73CA99}" dt="2026-01-29T18:28:40.181" v="4" actId="20577"/>
          <ac:spMkLst>
            <pc:docMk/>
            <pc:sldMk cId="936966714" sldId="259"/>
            <ac:spMk id="4" creationId="{79B11899-5D4D-4A73-97CC-006009EC876E}"/>
          </ac:spMkLst>
        </pc:spChg>
        <pc:spChg chg="mod">
          <ac:chgData name="Maayan Luxemburg" userId="96276f03-a27c-403b-bdb5-f0f3f5d1634f" providerId="ADAL" clId="{DA510330-0FEF-4063-8437-64664B73CA99}" dt="2026-02-01T07:21:31.208" v="162" actId="20577"/>
          <ac:spMkLst>
            <pc:docMk/>
            <pc:sldMk cId="936966714" sldId="259"/>
            <ac:spMk id="7" creationId="{A36F5A53-30C5-4A8A-99A1-58B4799A5A36}"/>
          </ac:spMkLst>
        </pc:spChg>
      </pc:sldChg>
      <pc:sldChg chg="modSp add mod">
        <pc:chgData name="Maayan Luxemburg" userId="96276f03-a27c-403b-bdb5-f0f3f5d1634f" providerId="ADAL" clId="{DA510330-0FEF-4063-8437-64664B73CA99}" dt="2026-02-01T07:23:42.374" v="177" actId="20577"/>
        <pc:sldMkLst>
          <pc:docMk/>
          <pc:sldMk cId="2439482165" sldId="260"/>
        </pc:sldMkLst>
        <pc:spChg chg="mod">
          <ac:chgData name="Maayan Luxemburg" userId="96276f03-a27c-403b-bdb5-f0f3f5d1634f" providerId="ADAL" clId="{DA510330-0FEF-4063-8437-64664B73CA99}" dt="2026-02-01T07:23:42.374" v="177" actId="20577"/>
          <ac:spMkLst>
            <pc:docMk/>
            <pc:sldMk cId="2439482165" sldId="260"/>
            <ac:spMk id="7" creationId="{F34DE2BC-8EF6-B299-07DD-60F0972F16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D4FBD-359B-464A-83DC-F19BE73932B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BF18F-8257-4920-BD92-8F5DDB241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0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BF18F-8257-4920-BD92-8F5DDB2419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30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133F-8812-4E45-B54F-E64A1168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FFC0A-83FB-C397-2FD1-80EFEB728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9855F-B142-6E8A-67D0-96FB2C451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2B278-F066-D0F8-A9A4-115B352E1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BF18F-8257-4920-BD92-8F5DDB2419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7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7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78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5F9472-AE55-426E-AC97-5C01BD64DC4D}"/>
              </a:ext>
            </a:extLst>
          </p:cNvPr>
          <p:cNvSpPr/>
          <p:nvPr userDrawn="1"/>
        </p:nvSpPr>
        <p:spPr>
          <a:xfrm>
            <a:off x="0" y="9604354"/>
            <a:ext cx="7772400" cy="46166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750" tIns="44375" rIns="88750" bIns="443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020" kern="1200" dirty="0">
              <a:solidFill>
                <a:schemeClr val="lt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Picture 6" descr="A person standing in front of a window&#10;&#10;Description automatically generated">
            <a:extLst>
              <a:ext uri="{FF2B5EF4-FFF2-40B4-BE49-F238E27FC236}">
                <a16:creationId xmlns:a16="http://schemas.microsoft.com/office/drawing/2014/main" id="{09208E58-1E2F-444A-93F4-364432EBDB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87286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05A4030-6746-4B9C-90B1-487E3F608413}"/>
              </a:ext>
            </a:extLst>
          </p:cNvPr>
          <p:cNvSpPr/>
          <p:nvPr userDrawn="1"/>
        </p:nvSpPr>
        <p:spPr>
          <a:xfrm>
            <a:off x="0" y="0"/>
            <a:ext cx="7772400" cy="2035716"/>
          </a:xfrm>
          <a:prstGeom prst="rect">
            <a:avLst/>
          </a:prstGeom>
          <a:solidFill>
            <a:srgbClr val="000000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750" tIns="44375" rIns="88750" bIns="443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47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E5966-6C0D-4937-9A8B-19A71A9082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25" y="9625851"/>
            <a:ext cx="1283211" cy="4175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1DED2A-5A20-4BA1-AE37-1031759716C3}"/>
              </a:ext>
            </a:extLst>
          </p:cNvPr>
          <p:cNvSpPr/>
          <p:nvPr userDrawn="1"/>
        </p:nvSpPr>
        <p:spPr>
          <a:xfrm>
            <a:off x="0" y="1643341"/>
            <a:ext cx="7772400" cy="54864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750" tIns="44375" rIns="88750" bIns="443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020" kern="1200" dirty="0">
              <a:solidFill>
                <a:schemeClr val="lt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0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754421" rtl="0" eaLnBrk="1" latinLnBrk="0" hangingPunct="1">
        <a:lnSpc>
          <a:spcPct val="85000"/>
        </a:lnSpc>
        <a:spcBef>
          <a:spcPct val="0"/>
        </a:spcBef>
        <a:buNone/>
        <a:defRPr sz="4077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754421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1pPr>
      <a:lvl2pPr marL="377210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2pPr>
      <a:lvl3pPr marL="754421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3pPr>
      <a:lvl4pPr marL="1131631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4pPr>
      <a:lvl5pPr marL="1508840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5pPr>
      <a:lvl6pPr marL="207465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86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907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28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21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42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63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84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605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26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47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68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626270-F332-4203-807B-137C22846711}"/>
              </a:ext>
            </a:extLst>
          </p:cNvPr>
          <p:cNvSpPr/>
          <p:nvPr userDrawn="1"/>
        </p:nvSpPr>
        <p:spPr>
          <a:xfrm>
            <a:off x="0" y="9604354"/>
            <a:ext cx="7772400" cy="46166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750" tIns="44375" rIns="88750" bIns="443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020" kern="1200" dirty="0">
              <a:solidFill>
                <a:schemeClr val="lt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21FD2-6F13-49CA-BF1C-121A0591B5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25" y="9616707"/>
            <a:ext cx="1283211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754421" rtl="0" eaLnBrk="1" latinLnBrk="0" hangingPunct="1">
        <a:lnSpc>
          <a:spcPct val="85000"/>
        </a:lnSpc>
        <a:spcBef>
          <a:spcPct val="0"/>
        </a:spcBef>
        <a:buNone/>
        <a:defRPr sz="4077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754421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1pPr>
      <a:lvl2pPr marL="377210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2pPr>
      <a:lvl3pPr marL="754421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3pPr>
      <a:lvl4pPr marL="1131631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4pPr>
      <a:lvl5pPr marL="1508840" indent="0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None/>
        <a:defRPr sz="1359" kern="1200">
          <a:solidFill>
            <a:schemeClr val="tx2"/>
          </a:solidFill>
          <a:latin typeface="+mn-lt"/>
          <a:ea typeface="+mn-ea"/>
          <a:cs typeface="+mn-cs"/>
        </a:defRPr>
      </a:lvl5pPr>
      <a:lvl6pPr marL="207465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86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907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286" indent="-188605" algn="l" defTabSz="75442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21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42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63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84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6050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26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47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681" algn="l" defTabSz="75442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B11899-5D4D-4A73-97CC-006009EC87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0504" y="313266"/>
            <a:ext cx="7313458" cy="1118061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cap="none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Workshop - Building Intelligent Agents with Microsoft AI Foundry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D8EF6-0A3B-4954-955F-5A982029F159}"/>
              </a:ext>
            </a:extLst>
          </p:cNvPr>
          <p:cNvSpPr txBox="1"/>
          <p:nvPr/>
        </p:nvSpPr>
        <p:spPr>
          <a:xfrm>
            <a:off x="243280" y="1750341"/>
            <a:ext cx="328369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</a:t>
            </a:r>
            <a:endParaRPr lang="en-US" sz="17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4E2FB-6A65-4E04-AC64-7F49A837D969}"/>
              </a:ext>
            </a:extLst>
          </p:cNvPr>
          <p:cNvSpPr txBox="1"/>
          <p:nvPr/>
        </p:nvSpPr>
        <p:spPr>
          <a:xfrm>
            <a:off x="3935258" y="1713251"/>
            <a:ext cx="3785058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Duration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2 Days </a:t>
            </a:r>
          </a:p>
          <a:p>
            <a: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Area: 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F5A53-30C5-4A8A-99A1-58B4799A5A36}"/>
              </a:ext>
            </a:extLst>
          </p:cNvPr>
          <p:cNvSpPr txBox="1"/>
          <p:nvPr/>
        </p:nvSpPr>
        <p:spPr>
          <a:xfrm>
            <a:off x="218438" y="2351144"/>
            <a:ext cx="7501878" cy="6949440"/>
          </a:xfrm>
          <a:prstGeom prst="rect">
            <a:avLst/>
          </a:prstGeom>
          <a:noFill/>
        </p:spPr>
        <p:txBody>
          <a:bodyPr wrap="square" lIns="91440" tIns="45720" rIns="137160" bIns="45720" numCol="2" spcCol="365760" rtlCol="0" anchor="t">
            <a:noAutofit/>
          </a:bodyPr>
          <a:lstStyle/>
          <a:p>
            <a:pPr>
              <a:lnSpc>
                <a:spcPts val="2800"/>
              </a:lnSpc>
            </a:pPr>
            <a:r>
              <a:rPr lang="en-US" sz="1400" b="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Overview</a:t>
            </a:r>
          </a:p>
          <a:p>
            <a:pPr>
              <a:lnSpc>
                <a:spcPts val="1575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This comprehensive, hands-on workshop is designed to empower developers and architects with the skills to build, deploy, and integrate next-generation AI agents using the Microsoft Azure ecosystem. Participants will journey from setting up foundational infrastructure to creating complex multi-agent systems, implementing Retrieval-Augmented Generation (RAG), integrating with Microsoft 365 Copilot, creating MCP.</a:t>
            </a:r>
            <a:endParaRPr lang="en-US" sz="12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ts val="2800"/>
              </a:lnSpc>
              <a:defRPr/>
            </a:pPr>
            <a:r>
              <a:rPr lang="en-US" sz="1300" b="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Objectives </a:t>
            </a:r>
          </a:p>
          <a:p>
            <a:pPr>
              <a:lnSpc>
                <a:spcPts val="1575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By the end of this workshop, participants will be able to: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Architect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robust AI solutions using Azure AI Foundry.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Develop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autonomous agents that can perform complex reasoning and tasks.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Implement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semantic search and RAG patterns for knowledge retrieval.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Extend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AI capabilities using the Model Context Protocol.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Integrate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custom agents into the Microsoft 365.</a:t>
            </a:r>
          </a:p>
          <a:p>
            <a:pPr>
              <a:lnSpc>
                <a:spcPts val="1575"/>
              </a:lnSpc>
            </a:pP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 Audience</a:t>
            </a:r>
          </a:p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Software Developers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looking to specialize in AI and Agentic workflows.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Cloud Architects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designing scalable AI solutions on Azure.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AI Engineers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seeking practical experience with Azure AI Foundry and Vector Search.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DevOps Engineers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interested in automating AI infrastructure and deployment.</a:t>
            </a:r>
          </a:p>
          <a:p>
            <a:pPr lvl="0">
              <a:lnSpc>
                <a:spcPts val="2800"/>
              </a:lnSpc>
            </a:pPr>
            <a:endParaRPr lang="en-US" sz="13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ts val="2800"/>
              </a:lnSpc>
            </a:pPr>
            <a:r>
              <a:rPr lang="en-US" sz="1300" b="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Expanded Learning Objectives &amp; Outcomes</a:t>
            </a:r>
          </a:p>
          <a:p>
            <a:r>
              <a:rPr lang="en-US" sz="1200" b="1" dirty="0"/>
              <a:t>1. Azure AI Foundry Service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Understand what Azure AI Foundry is and how it fits into the modern Azure AI ecosystem: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projects, hubs, modules, tools, agents, etc.</a:t>
            </a:r>
          </a:p>
          <a:p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Build and configure AI Agents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with tools, knowledge sources, and instructions.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 dirty="0"/>
              <a:t>2. Azure AI Services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Overview of Azure AI Services.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When to use prebuilt AI services vs. custom models.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Combine AI services with Foundry agents.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Integrate services like Azure AI Search as knowledge sources.</a:t>
            </a:r>
          </a:p>
          <a:p>
            <a:pPr lvl="0">
              <a:lnSpc>
                <a:spcPts val="2800"/>
              </a:lnSpc>
            </a:pP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 dirty="0"/>
              <a:t>3. Model Context Protocol (MCP)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Understand what MCP is and why it matters for agent interoperability.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Expose AI agents as tools that can be consumed by clients like VS Code.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Build custom MCP servers using Python.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Connect agents to external systems, APIs, and data sources.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Enable reusable, composable AI capabilities.</a:t>
            </a:r>
          </a:p>
          <a:p>
            <a:pPr lvl="0">
              <a:lnSpc>
                <a:spcPts val="2800"/>
              </a:lnSpc>
            </a:pP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1" dirty="0"/>
              <a:t>4. Azure API Management (APIM) &amp; AI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Understand what Azure API Management is and why it matters for AI solutions.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Learn how APIM sits in front of AI services and agents.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Apply policies for authentication, rate limiting, and cost control.</a:t>
            </a:r>
          </a:p>
          <a:p>
            <a:pPr lvl="0">
              <a:lnSpc>
                <a:spcPts val="2800"/>
              </a:lnSpc>
            </a:pPr>
            <a:endParaRPr lang="en-US" sz="14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5C709-6461-4628-80A3-854794EB5847}"/>
              </a:ext>
            </a:extLst>
          </p:cNvPr>
          <p:cNvSpPr txBox="1"/>
          <p:nvPr/>
        </p:nvSpPr>
        <p:spPr>
          <a:xfrm>
            <a:off x="240504" y="9621837"/>
            <a:ext cx="5969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800" kern="120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2023 </a:t>
            </a:r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© Microsoft Corporation. All rights reserved. </a:t>
            </a:r>
          </a:p>
          <a:p>
            <a:pPr lvl="0"/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data sheet is for informational purposes only. </a:t>
            </a:r>
          </a:p>
          <a:p>
            <a:pPr lvl="0"/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96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6328-6DCA-F587-FA68-51CA60EE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6C2400-E3E4-AA03-97F8-B9D56A4376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0504" y="313266"/>
            <a:ext cx="7313458" cy="1118061"/>
          </a:xfrm>
          <a:prstGeom prst="rect">
            <a:avLst/>
          </a:prstGeom>
        </p:spPr>
        <p:txBody>
          <a:bodyPr anchor="ctr"/>
          <a:lstStyle/>
          <a:p>
            <a:r>
              <a:rPr lang="en-US" sz="2800" cap="none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Workshop - Building Intelligent Agents with Microsoft AI Foundry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EDB0CA-9404-603D-2629-BB2995F8A25B}"/>
              </a:ext>
            </a:extLst>
          </p:cNvPr>
          <p:cNvSpPr txBox="1"/>
          <p:nvPr/>
        </p:nvSpPr>
        <p:spPr>
          <a:xfrm>
            <a:off x="243280" y="1750341"/>
            <a:ext cx="328369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</a:t>
            </a:r>
            <a:endParaRPr lang="en-US" sz="17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C915A-67DE-2194-5148-6FCDB078ED30}"/>
              </a:ext>
            </a:extLst>
          </p:cNvPr>
          <p:cNvSpPr txBox="1"/>
          <p:nvPr/>
        </p:nvSpPr>
        <p:spPr>
          <a:xfrm>
            <a:off x="3935258" y="1713251"/>
            <a:ext cx="3785058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Duration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2 Days </a:t>
            </a:r>
          </a:p>
          <a:p>
            <a: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Area: </a:t>
            </a:r>
            <a:r>
              <a:rPr lang="en-US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DE2BC-8EF6-B299-07DD-60F0972F16D1}"/>
              </a:ext>
            </a:extLst>
          </p:cNvPr>
          <p:cNvSpPr txBox="1"/>
          <p:nvPr/>
        </p:nvSpPr>
        <p:spPr>
          <a:xfrm>
            <a:off x="218438" y="2351144"/>
            <a:ext cx="7501878" cy="6949440"/>
          </a:xfrm>
          <a:prstGeom prst="rect">
            <a:avLst/>
          </a:prstGeom>
          <a:noFill/>
        </p:spPr>
        <p:txBody>
          <a:bodyPr wrap="square" lIns="91440" tIns="45720" rIns="137160" bIns="45720" numCol="2" spcCol="365760" rtlCol="0" anchor="t">
            <a:noAutofit/>
          </a:bodyPr>
          <a:lstStyle/>
          <a:p>
            <a:r>
              <a:rPr lang="en-US" sz="1400" b="1" dirty="0"/>
              <a:t>5. </a:t>
            </a:r>
            <a:r>
              <a:rPr lang="en-US" sz="1200" b="1" dirty="0"/>
              <a:t>Security, Governance &amp; Responsible AI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Understand AI security risks and threat models.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Use Defender for AI to detect and mitigate risks.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Apply guardrails for safety, compliance, and responsible AI.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Control data access, prompts, outputs, and user behavior.</a:t>
            </a:r>
          </a:p>
          <a:p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Design AI systems with trust, transparency, and compliance in mind.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4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ts val="2800"/>
              </a:lnSpc>
            </a:pPr>
            <a:r>
              <a:rPr lang="en-US" sz="1400" b="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takeaways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Understand Azure AI Foundry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Navigate the platform and deploy models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Build AI Agents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Create agents with various tools and capabilities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Implement Knowledge Sources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Use File Search, Bing, and AI Search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Design Multi-Agent Systems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Orchestrate multiple agents for complex tasks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Expose Agents via MCP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Make agents available as tools in VS Code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Build MCP Servers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Create custom tool servers with Python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Deploy to M365 Copilot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Bring your agent to Microsoft 365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Build Automated Workflows 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- Create multi-agent workflows at the NEW Foundry portal, with conditional logic and human approval gates</a:t>
            </a:r>
          </a:p>
          <a:p>
            <a:pPr lvl="0">
              <a:lnSpc>
                <a:spcPts val="2800"/>
              </a:lnSpc>
            </a:pPr>
            <a:endParaRPr lang="en-US" sz="14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lnSpc>
                <a:spcPts val="2800"/>
              </a:lnSpc>
            </a:pPr>
            <a:endParaRPr lang="en-US" sz="1400" b="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3FC995-0BDC-CE0F-BAB8-656C167F2E62}"/>
              </a:ext>
            </a:extLst>
          </p:cNvPr>
          <p:cNvSpPr txBox="1"/>
          <p:nvPr/>
        </p:nvSpPr>
        <p:spPr>
          <a:xfrm>
            <a:off x="240504" y="9621837"/>
            <a:ext cx="5969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800" kern="120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2023 </a:t>
            </a:r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© Microsoft Corporation. All rights reserved. </a:t>
            </a:r>
          </a:p>
          <a:p>
            <a:pPr lvl="0"/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This data sheet is for informational purposes only. </a:t>
            </a:r>
          </a:p>
          <a:p>
            <a:pPr lvl="0"/>
            <a:r>
              <a:rPr lang="en-US" sz="800" kern="12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482165"/>
      </p:ext>
    </p:extLst>
  </p:cSld>
  <p:clrMapOvr>
    <a:masterClrMapping/>
  </p:clrMapOvr>
</p:sld>
</file>

<file path=ppt/theme/theme1.xml><?xml version="1.0" encoding="utf-8"?>
<a:theme xmlns:a="http://schemas.openxmlformats.org/drawingml/2006/main" name="Small Business Flyer 8.5 x 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8">
      <a:majorFont>
        <a:latin typeface="Franklin Gothic Book"/>
        <a:ea typeface=""/>
        <a:cs typeface=""/>
      </a:majorFont>
      <a:minorFont>
        <a:latin typeface="Microsoft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active_Ops_Programs_template.potx" id="{0A1FA430-2538-422A-BDEC-C8B41A11EABE}" vid="{BF957E81-2367-43A8-896D-4A4E7969DCBB}"/>
    </a:ext>
  </a:extLst>
</a:theme>
</file>

<file path=ppt/theme/theme2.xml><?xml version="1.0" encoding="utf-8"?>
<a:theme xmlns:a="http://schemas.openxmlformats.org/drawingml/2006/main" name="1_Small Business Flyer 8.5 x 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8">
      <a:majorFont>
        <a:latin typeface="Franklin Gothic Book"/>
        <a:ea typeface=""/>
        <a:cs typeface=""/>
      </a:majorFont>
      <a:minorFont>
        <a:latin typeface="Microsoft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active_Ops_Programs_template.potx" id="{0A1FA430-2538-422A-BDEC-C8B41A11EABE}" vid="{8505E149-C188-4370-8C13-315100F7E9C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CDB15AB237484FAA4730111AA7628C" ma:contentTypeVersion="16" ma:contentTypeDescription="Create a new document." ma:contentTypeScope="" ma:versionID="70c6a13fe47270f91694c97003f8fe06">
  <xsd:schema xmlns:xsd="http://www.w3.org/2001/XMLSchema" xmlns:xs="http://www.w3.org/2001/XMLSchema" xmlns:p="http://schemas.microsoft.com/office/2006/metadata/properties" xmlns:ns1="http://schemas.microsoft.com/sharepoint/v3" xmlns:ns2="4188cf6a-3d88-4eb3-abfd-d63edb8a2a16" xmlns:ns3="220d5f55-6270-494e-813d-1a4e0ef5a6f6" xmlns:ns4="230e9df3-be65-4c73-a93b-d1236ebd677e" targetNamespace="http://schemas.microsoft.com/office/2006/metadata/properties" ma:root="true" ma:fieldsID="6ba69964bfa4cdc1b454e8b3ddc9e062" ns1:_="" ns2:_="" ns3:_="" ns4:_="">
    <xsd:import namespace="http://schemas.microsoft.com/sharepoint/v3"/>
    <xsd:import namespace="4188cf6a-3d88-4eb3-abfd-d63edb8a2a16"/>
    <xsd:import namespace="220d5f55-6270-494e-813d-1a4e0ef5a6f6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8cf6a-3d88-4eb3-abfd-d63edb8a2a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d5f55-6270-494e-813d-1a4e0ef5a6f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aeb929b-e2f9-4e1f-8b2a-7a377dad39bc}" ma:internalName="TaxCatchAll" ma:showField="CatchAllData" ma:web="220d5f55-6270-494e-813d-1a4e0ef5a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188cf6a-3d88-4eb3-abfd-d63edb8a2a16" xsi:nil="true"/>
    <lcf76f155ced4ddcb4097134ff3c332f xmlns="4188cf6a-3d88-4eb3-abfd-d63edb8a2a16">
      <Terms xmlns="http://schemas.microsoft.com/office/infopath/2007/PartnerControls"/>
    </lcf76f155ced4ddcb4097134ff3c332f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EE5598-99EA-4F55-8F3A-B8FF9091F8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88cf6a-3d88-4eb3-abfd-d63edb8a2a16"/>
    <ds:schemaRef ds:uri="220d5f55-6270-494e-813d-1a4e0ef5a6f6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B8EAEE-7E90-4BBC-B38A-C507B32A45E7}">
  <ds:schemaRefs>
    <ds:schemaRef ds:uri="230e9df3-be65-4c73-a93b-d1236ebd677e"/>
    <ds:schemaRef ds:uri="http://schemas.microsoft.com/office/infopath/2007/PartnerControls"/>
    <ds:schemaRef ds:uri="http://purl.org/dc/terms/"/>
    <ds:schemaRef ds:uri="4188cf6a-3d88-4eb3-abfd-d63edb8a2a16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sharepoint/v3"/>
    <ds:schemaRef ds:uri="http://schemas.openxmlformats.org/package/2006/metadata/core-properties"/>
    <ds:schemaRef ds:uri="220d5f55-6270-494e-813d-1a4e0ef5a6f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0C2807C-3BE6-4768-9F2F-50A1741B91D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Proactive_Ops_Programs_template</Template>
  <TotalTime>1325</TotalTime>
  <Words>643</Words>
  <Application>Microsoft Office PowerPoint</Application>
  <PresentationFormat>Custom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Microsoft Sans Serif</vt:lpstr>
      <vt:lpstr>Segoe UI</vt:lpstr>
      <vt:lpstr>Small Business Flyer 8.5 x 11</vt:lpstr>
      <vt:lpstr>1_Small Business Flyer 8.5 x 11</vt:lpstr>
      <vt:lpstr>AI Workshop - Building Intelligent Agents with Microsoft AI Foundry</vt:lpstr>
      <vt:lpstr>AI Workshop - Building Intelligent Agents with Microsoft AI Foundry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Maayan Luxemburg</dc:creator>
  <cp:lastModifiedBy>Maayan Luxemburg</cp:lastModifiedBy>
  <cp:revision>4</cp:revision>
  <dcterms:created xsi:type="dcterms:W3CDTF">2019-06-03T19:49:26Z</dcterms:created>
  <dcterms:modified xsi:type="dcterms:W3CDTF">2026-02-01T07:24:24Z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0x010100A0CDB15AB237484FAA4730111AA7628C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jostodda@microsoft.com</vt:lpwstr>
  </property>
  <property fmtid="{D5CDD505-2E9C-101B-9397-08002B2CF9AE}" pid="6" name="MSIP_Label_f42aa342-8706-4288-bd11-ebb85995028c_SetDate">
    <vt:lpwstr>2019-07-25T16:22:55.3974754Z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ActionId">
    <vt:lpwstr>0a84a5a8-5442-4358-a3fc-cb3022006c7e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  <property fmtid="{D5CDD505-2E9C-101B-9397-08002B2CF9AE}" pid="12" name="MediaServiceImageTags">
    <vt:lpwstr/>
  </property>
</Properties>
</file>